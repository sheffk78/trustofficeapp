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0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73152" cy="256032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0">
                <a:solidFill>
                  <a:srgbClr val="FFFFFF"/>
                </a:solidFill>
                <a:latin typeface="Georgia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BBBBDD"/>
                </a:solidFill>
                <a:latin typeface="Helvetica Neue"/>
              </a:rPr>
              <a:t>Subtitle or description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2743200" cy="381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AD36"/>
                </a:solidFill>
                <a:latin typeface="Georgia"/>
              </a:rPr>
              <a:t>TrustOffice</a:t>
            </a:r>
            <a:r>
              <a:rPr sz="1200">
                <a:solidFill>
                  <a:srgbClr val="8888BB"/>
                </a:solidFill>
                <a:latin typeface="Helvetica Neue"/>
              </a:rPr>
              <a:t>  |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0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>
                <a:solidFill>
                  <a:srgbClr val="D5AD36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sz="2800" i="1">
                <a:solidFill>
                  <a:srgbClr val="010079"/>
                </a:solidFill>
                <a:latin typeface="Georgia"/>
              </a:rPr>
              <a:t>Place your quote text here. This template is designed for impactful single-quote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1828800" cy="381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Helvetica Neue"/>
              </a:rPr>
              <a:t>— Attribution Name</a:t>
            </a:r>
          </a:p>
          <a:p>
            <a:r>
              <a:rPr sz="1000">
                <a:solidFill>
                  <a:srgbClr val="D5AD36"/>
                </a:solidFill>
                <a:latin typeface="Courier New"/>
              </a:rPr>
              <a:t>Title or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254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64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10079"/>
                </a:solidFill>
                <a:latin typeface="Georgia"/>
              </a:rPr>
              <a:t>TrustOffice</a:t>
            </a:r>
            <a:r>
              <a:rPr sz="900">
                <a:solidFill>
                  <a:srgbClr val="666666"/>
                </a:solidFill>
                <a:latin typeface="Helvetica Neue"/>
              </a:rPr>
              <a:t>  |  Trust Governance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6480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10079"/>
                </a:solidFill>
                <a:latin typeface="Courier New"/>
              </a:rPr>
              <a:t>trustoffice.app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10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" cy="164592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5AD36"/>
                </a:solidFill>
                <a:latin typeface="Courier New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Georgia"/>
              </a:rPr>
              <a:t>Slide Title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536192"/>
            <a:ext cx="164592" cy="164592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173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10079"/>
                </a:solidFill>
                <a:latin typeface="Helvetica Neue"/>
              </a:rPr>
              <a:t>First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83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Helvetica Neue"/>
              </a:rPr>
              <a:t>Supporting detail or explanation for this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633472"/>
            <a:ext cx="164592" cy="164592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14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10079"/>
                </a:solidFill>
                <a:latin typeface="Helvetica Neue"/>
              </a:rPr>
              <a:t>Second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Helvetica Neue"/>
              </a:rPr>
              <a:t>Another supporting detail goes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730752"/>
            <a:ext cx="164592" cy="164592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611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10079"/>
                </a:solidFill>
                <a:latin typeface="Helvetica Neue"/>
              </a:rPr>
              <a:t>Third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77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Helvetica Neue"/>
              </a:rPr>
              <a:t>Additional context or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828032"/>
            <a:ext cx="164592" cy="164592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7091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10079"/>
                </a:solidFill>
                <a:latin typeface="Helvetica Neue"/>
              </a:rPr>
              <a:t>Fourth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Helvetica Neue"/>
              </a:rPr>
              <a:t>Final supporting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254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64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10079"/>
                </a:solidFill>
                <a:latin typeface="Georgia"/>
              </a:rPr>
              <a:t>TrustOffice</a:t>
            </a:r>
            <a:r>
              <a:rPr sz="900">
                <a:solidFill>
                  <a:srgbClr val="666666"/>
                </a:solidFill>
                <a:latin typeface="Helvetica Neue"/>
              </a:rPr>
              <a:t>  |  Trust Governance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6480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10079"/>
                </a:solidFill>
                <a:latin typeface="Courier New"/>
              </a:rPr>
              <a:t>trustoffice.app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0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5303520" cy="4937760"/>
          </a:xfrm>
          <a:prstGeom prst="rect">
            <a:avLst/>
          </a:prstGeom>
          <a:solidFill>
            <a:srgbClr val="E8E8EE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999AA"/>
                </a:solidFill>
                <a:latin typeface="Courier New"/>
              </a:rPr>
              <a:t>Insert Image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71600"/>
            <a:ext cx="274320" cy="27432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5AD36"/>
                </a:solidFill>
                <a:latin typeface="Courier New"/>
              </a:rPr>
              <a:t>SECTION 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010079"/>
                </a:solidFill>
                <a:latin typeface="Georgia"/>
              </a:rPr>
              <a:t>Slide Title with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566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400">
                <a:solidFill>
                  <a:srgbClr val="666666"/>
                </a:solidFill>
                <a:latin typeface="Helvetica Neue"/>
              </a:rPr>
              <a:t>Add your description text here. This layout places a large image on the left with supporting text on the right. Ideal for screenshots, diagrams, or product photos.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254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10079"/>
                </a:solidFill>
                <a:latin typeface="Georgia"/>
              </a:rPr>
              <a:t>TrustOffice</a:t>
            </a:r>
            <a:r>
              <a:rPr sz="900">
                <a:solidFill>
                  <a:srgbClr val="666666"/>
                </a:solidFill>
                <a:latin typeface="Helvetica Neue"/>
              </a:rPr>
              <a:t>  |  Trust Governance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6480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10079"/>
                </a:solidFill>
                <a:latin typeface="Courier New"/>
              </a:rPr>
              <a:t>trustoffice.app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" cy="27432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5AD36"/>
                </a:solidFill>
                <a:latin typeface="Courier New"/>
              </a:rPr>
              <a:t>SECTION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010079"/>
                </a:solidFill>
                <a:latin typeface="Georgia"/>
              </a:rPr>
              <a:t>Another Layout with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400">
                <a:solidFill>
                  <a:srgbClr val="666666"/>
                </a:solidFill>
                <a:latin typeface="Helvetica Neue"/>
              </a:rPr>
              <a:t>Add your description text here. This layout places the image on the right side. Use it to alternate visual flow between slides for a more dynamic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828800" cy="381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822960"/>
            <a:ext cx="5303520" cy="4937760"/>
          </a:xfrm>
          <a:prstGeom prst="rect">
            <a:avLst/>
          </a:prstGeom>
          <a:solidFill>
            <a:srgbClr val="E8E8EE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999AA"/>
                </a:solidFill>
                <a:latin typeface="Courier New"/>
              </a:rPr>
              <a:t>Insert Image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25400"/>
          </a:xfrm>
          <a:prstGeom prst="rect">
            <a:avLst/>
          </a:prstGeom>
          <a:solidFill>
            <a:srgbClr val="D5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10079"/>
                </a:solidFill>
                <a:latin typeface="Georgia"/>
              </a:rPr>
              <a:t>TrustOffice</a:t>
            </a:r>
            <a:r>
              <a:rPr sz="900">
                <a:solidFill>
                  <a:srgbClr val="666666"/>
                </a:solidFill>
                <a:latin typeface="Helvetica Neue"/>
              </a:rPr>
              <a:t>  |  Trust Governance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6480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10079"/>
                </a:solidFill>
                <a:latin typeface="Courier New"/>
              </a:rPr>
              <a:t>trustoffice.app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